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Vehicle Sales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End-to-end data project: SQL, Python, Excel, ML,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Market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528,845 cleaned transactions | $1.53B sample revenue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Brand Winners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Volume leader: ford | Revenue leader: ford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Regional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Top states: on, tn, co, pa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Pricing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Underpriced units: 24,442 | ML R2 &gt; 0.96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Risk Flags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Duplicate VIN checks | Fraud flags | Deal-quality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